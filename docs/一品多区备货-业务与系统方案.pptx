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方案评审 · WAREHOUSE SLOTTING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700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一品多区备货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6118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3CFDE"/>
                </a:solidFill>
                <a:latin typeface="Microsoft YaHei"/>
                <a:ea typeface="Microsoft YaHei"/>
                <a:cs typeface="Microsoft YaHei"/>
              </a:rPr>
              <a:t>业务需求评审与系统落地方案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15968"/>
            <a:ext cx="100584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645152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2A3B8"/>
                </a:solidFill>
                <a:latin typeface="Microsoft YaHei"/>
                <a:ea typeface="Microsoft YaHei"/>
                <a:cs typeface="Microsoft YaHei"/>
              </a:rPr>
              <a:t>电商仓 · AGV 料箱区 × 人工分区   |   10 仓 · 单仓 1.5 万单/日 · 峰值 2×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C93"/>
                </a:solidFill>
                <a:latin typeface="Segoe UI"/>
                <a:ea typeface="Segoe UI"/>
                <a:cs typeface="Segoe UI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五个核心判断,决定这个需求怎么做、做到哪一层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40640" cy="8046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1109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56232"/>
            <a:ext cx="100519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需求本质是「拆单从查表变成决策」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难点从来不是「一个 SKU 放多个库位」——WMS 库位模型天然支持。真正新增的是:同一 SKU 存在于多区时,「从哪个区扣、哪个区拣」成为一个带约束的分配决策。全部系统复杂度都源于此。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60904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60904"/>
            <a:ext cx="40640" cy="804672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1635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61488"/>
            <a:ext cx="100519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80/20 不该拍脑袋,应该被算出来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比例的正确形态是 Slotting 引擎的输出:各区目标库存 = 该区所服务订单流的需求 × 补货覆盖周期 + 安全库存。比例设错的代价是区间互补货不降反升。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66160"/>
            <a:ext cx="40640" cy="804672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2160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666744"/>
            <a:ext cx="100519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分区是「效率分区」,不是「库存隔离」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中台已按 SKU 总量向客户承诺。因此分区只决定「从哪拣」,绝不能决定「能不能履约」——任何分区规则都不得使可履约总量低于中台承诺量。各区互为兜底。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71416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71416"/>
            <a:ext cx="40640" cy="804672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68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572000"/>
            <a:ext cx="100519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架构:WHC 定规则出建议,WMS 终裁绑库位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分配算法本身存在天然分界:前 4 步只依赖主数据/配置/订单自身,后 2 步必须与实时库存和设备同地。控制面上移平台、数据面留在本地,不是折中而是顺着算法切。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76672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76672"/>
            <a:ext cx="40640" cy="804672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53212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4212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77256"/>
            <a:ext cx="1005199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最大的新增风险在运营,不在架构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一品多区后总量仍与中台对平,但分区级账实不符中台对账查不出来,却会直接导致首选区命中失败→改派→时效恶化。分区级盘点与命中率监控是上线前置条件。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命题再审视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01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先把「要解决什么问题」定准,再谈方案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50208"/>
            <a:ext cx="822960" cy="38100"/>
          </a:xfrm>
          <a:prstGeom prst="rect">
            <a:avLst/>
          </a:prstGeom>
          <a:solidFill>
            <a:srgbClr val="7EA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现状盘点:业务与系统两条线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15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需求本质:确定性拆单 → 决策性分配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价值论证:四项收益与其成立条件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现状盘点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业务侧与系统侧各自的既有约束,是后续所有设计的边界条件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82615" cy="221284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业务现状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10 个电商仓;单仓日均 1.5 万单,节假日订单量翻倍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客单平均 6.7 件,299 包邮 —— 多行订单是常态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一品一区:食品区 / 化学品区 / AGV 区,SKU→区 一一映射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分区拣货、独立包裹出库,仓内不集单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集单在物流工作站完成(OFC 前置面单 + 子单运单绑定,快递站聚合),已在生产运行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高峰方案:租外仓承接高流 SKU,仍是一品一区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21284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2151" y="1737360"/>
            <a:ext cx="5382615" cy="221284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系统现状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链路:APP(渠道) → OMS(销售单) → OFC(履约单) → WHC(转发出库单) → WMS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APP 预占的是中台库存(SKU 总量口径),与 WMS 定期对账,双方准确性高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WMS 接单不预占;分货拆单后进入波次,才开始分配库存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WHC 定位为平台化 WMS;WMS 为 3PL 所有,核心能力有上移诉求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2151" y="1737360"/>
            <a:ext cx="40640" cy="2212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133088"/>
            <a:ext cx="11057839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三条必须被尊重的既有设计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1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WMS「接单不预占 + 波次晚绑定」是刻意设计,不是缺陷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   晚绑定才能让 WMS 在波次阶段做批量优化——合波、拣货路径、设备负载均衡、就近库位。任何把库存提前锁死的方案,都是在牺牲这个核心优化。这是评判所有架构路径的标尺。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1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中台库存只认 SKU 总量,不感知「区」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   一品多区不改变任何 SKU 的总量,因此中台预占逻辑、中台↔WMS 对账链路 零改动。这是本需求最有利的边界条件。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1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包裹聚合已在物流工作站解决,且已上生产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   「多区 = 多包裹」在下游已经不是问题。这解除了本需求最常被担心的一项成本约束。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需求本质:从「查表」到「决策」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这是判断工作量、划分系统边界、评估风险的唯一正确起点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00319" cy="21488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现状 · 一品一区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SKU → 区  一一映射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拆单 = 一次查表,输入确定则输出确定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无并发竞争:不存在两个区争抢同一 SKU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无改派概念:只有一个区,拣不到就是缺货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分区库存精度 ≡ 总量精度,中台对账即可覆盖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1488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4447" y="1737360"/>
            <a:ext cx="5300319" cy="2148840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目标 · 一品多区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SKU → {区A, 区B}  一对多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拆单 = 带约束的分配决策,需要规则与优先级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产生并发竞争:多订单争抢同一区的同一 SKU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产生改派:首选区拣不到,需顺位回退到次选区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分区精度成为独立失效模式,中台对账查不出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37360"/>
            <a:ext cx="40640" cy="21488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2967" y="2606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6DEE7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23944"/>
            <a:ext cx="11057839" cy="1481328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请注意区分两种「复杂度」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可接受 —— 决策流复杂度: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多了一套规则、一次分区决策、一条只读快照同步。它落在流程上,边界清晰、可测试、可灰度。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不可接受 —— 账本复杂度: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如果引入第二本分区库存账并做实时加减,就必然产生漂移与无止境对账。这是本方案必须绕开的唯一致命陷阱。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23944"/>
            <a:ext cx="40640" cy="1481328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为什么要做:四项收益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前两项是确定性收益,后两项有成立条件——条件写在卡片里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确定性收益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保护 AGV 吞吐(第一收益)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一个 30 件的大单进入 AGV,会长时间占用料箱与工作站,直接压制整区吞吐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一品多区把大单所需库存常备在人工区,使大单不必、也不会进入 AGV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收益不是「同一件拣得更快」,而是「把会拖垮 AGV 的订单挡在 AGV 之外」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14884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确定性收益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订单分流,各走最优拣选模式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小单 / 单件 → AGV 货到人,发挥自动化设计能力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大单 / 原箱 → 人工按单拣、按单出库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人工区打包效率有上限,把高频小单移走,人工区产能才用在真正需要它的订单上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14884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50792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条件性收益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补货从「应急」变「计划」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一品一区下,大单往往触发一次 AGV→人工 的按单急搬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一品多区把这部分需求事先备好,消除按单触发的区间搬运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成立条件: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50792"/>
            <a:ext cx="40640" cy="2148840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78424"/>
            <a:ext cx="4934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互补货不会归零。目标是「频次下降 + 可排期到低峰」,补货源优先走储备区/入库直上架,而非区间互搬。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50792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条件性收益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真实缺货率下降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一品一区:那个区拣不到 = 缺货,只能走人工处理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一品多区:一个区拣不到,另一个区可以顶上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原本的一部分「缺货」被转化为「改派」,履约成功率提升——这是常被忽略的收益。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4050792"/>
            <a:ext cx="40640" cy="2148840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三个关键洞察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01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本轮复盘中,对既有认知的三处修正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50208"/>
            <a:ext cx="822960" cy="38100"/>
          </a:xfrm>
          <a:prstGeom prst="rect">
            <a:avLst/>
          </a:prstGeom>
          <a:solidFill>
            <a:srgbClr val="7EA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包裹数:方向判断需要修正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15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80/20:它是输出,不是输入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分区语义:效率分区 ≠ 库存隔离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INSIGHT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洞察一:包裹数不是风险项,反而是收益项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这是对「多区→多包裹→成本上升」这一直觉判断的修正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直觉判断(需要修正)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同一 SKU 分散到多区 → 订单被拆到更多区 → 包裹数上升 → 运费与体验恶化。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91440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834640"/>
            <a:ext cx="11057839" cy="2084831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实际结论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在客单 6.7 件的前提下,订单本来就已经是跨区的。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一品一区下,一张 6.7 件的订单横跨食品区、化学品区、AGV 区是常态——区数是被 SKU 摆放「强制」决定的,分配器没有任何选择权。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一品多区后,若某 SKU 同时存在于 AGV 区与人工区,分配器第一次获得了自由度:可以主动把它拉到订单其余行已经落到的那个区。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因此在「方案 B(整行落单区)+ 显式的区数最小化目标」下,一品多区是 减少 而非增加订单的跨区数。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叠加物流工作站集单已上生产,下游对多包裹本就不敏感。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34640"/>
            <a:ext cx="40640" cy="2084831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5102352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对方案的要求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收益不会自动发生。必须在分配规则中把「订单跨区数最小化」写成一个显式的优化目标(算法第 4 步),否则分配器会各行独立选区,收益归零。同时把 </a:t>
            </a:r>
            <a:r>
              <a:rPr sz="11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单均包裹数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 纳入上线前后对比指标。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INSIGHT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洞察二:80/20 是算出来的,不是定出来的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业务应交付的是「怎么算」,而不是一个静态常数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286000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正确的形态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每个区的目标库存,应覆盖「它所服务的那股订单流」在补货周期内的需求。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人工区目标库存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  = 大单日均需求 × 覆盖天数 + 安全库存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AGV 区目标库存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  = 小单日均需求 × 覆盖天数 + 安全库存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80 / 20 只是上式的结果比值。它逐 SKU 不同,并随季节、促销、订单结构变化。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286000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如果按常数拍死,会发生什么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比例与真实的大单/小单需求结构不匹配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某一区先见底,另一区仍有富余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触发区间互补货 —— 恰恰是本需求想消除的动作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结论:比例设错时,一品多区不但拿不到收益,还会让互补货比现在更多。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28600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206240"/>
            <a:ext cx="11057839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对业务与系统的分工要求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业务方交付: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大单/小单的判定口径、补货覆盖天数、安全库存策略、重算频率(建议周度 + 大促前专项)。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系统方交付: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Slotting 计算能力。一期可先支持「人工配置比例 + 系统校验偏离度」,二期再上自动测算与动态调整。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INSIGHT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洞察三:分区是效率分区,不是库存隔离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这条决定了缺货、改派、可售量三者的语义,是全案的底层约束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1057839" cy="1298448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一个必须被回答的场景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一张小单进来,AGV 区该 SKU 已空,而人工区还有 20% 的库存。这 20% 是「给大单备的」——那么,让不让这张小单拿?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若答「不让」:客户的订单在 APP 下单时已由中台按 SKU 总量预占并承诺。拒绝发货 = 系统自己制造了一次本不该发生的履约失败。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1298448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3218688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铁律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分区只决定「从哪拣」,不决定「能不能履约」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任何分区规则,不得使可履约总量 &lt; 中台已承诺总量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各区互为兜底;优先级只决定顺序,不决定可达性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「区内缺货」不是缺货,是改派;只有全区皆无才是真缺货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218688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由此推导出的三个设计结论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「全部缺货」应重新定义为「所有区皆无」。这类事件一旦发生,同时意味着中台↔WMS 账实出现偏差,应触发库存核查,而不只是转人工。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预留(reservation)语义不引入。20% 是摆放目标,不是被锁住的份额。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分区不减少可售量 ⇒ 中台预占逻辑、对账链路完全不动。这正是本需求上游改造量极小的根因。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3218688"/>
            <a:ext cx="40640" cy="214884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01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把规则定义清楚,系统才有可能落地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50208"/>
            <a:ext cx="822960" cy="38100"/>
          </a:xfrm>
          <a:prstGeom prst="rect">
            <a:avLst/>
          </a:prstGeom>
          <a:solidFill>
            <a:srgbClr val="7EA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待补充信息清单与已澄清项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15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大单判定的循环依赖与解法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分配算法六步法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84962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补货体系与指标体系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业务待补充信息清单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业务要交付的不是「80/20」这个数字,而是下列八组规则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73936"/>
          <a:ext cx="11057836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9505"/>
                <a:gridCol w="2067725"/>
                <a:gridCol w="988912"/>
                <a:gridCol w="7551694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信息项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 / 待明确点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目的与优先级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 AGV 吞吐与利用率、保障高效正常履约、减少区间互补货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比例的性质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B4620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需转化</a:t>
                      </a:r>
                    </a:p>
                  </a:txBody>
                  <a:tcPr marL="91440" marR="91440" marT="36576" marB="36576" anchor="ctr">
                    <a:solidFill>
                      <a:srgbClr val="FD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应从「静态 80/20」转为「按大单/小单需求结构测算」——见洞察二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选区优先级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按订单属性驱动:大单(同区 ≥30 件)→ 人工区按单拣;小单 → AGV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是否跨区拆行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一期方案 B:规则计算后整行落单区;方案 A(跨区拆行)二期评估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包裹与成本取舍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已解除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集单已在物流工作站/快递站完成,下游不构成约束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SKU×区 约束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商品主数据「是否上机」标识,人工维护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缺货降级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已明确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部分缺量 → 紧急补货;全部缺货 → 标记转人工(沟通取消 / 补货后发)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指标口径与基线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B4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91440" marR="91440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需在上线前完成基线采集,否则无法验证收益 —— 见指标体系页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50992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新增待澄清项: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① 大单阈值「30 件」的计数口径 —— 商品件数 / 拣选行数 / 原箱按箱还是按件?  ② 外仓的定位 —— 独立仓(走跨仓寻源)还是本仓的溢出储区(走仓内分区)?这决定它接在哪一层。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50992"/>
            <a:ext cx="40640" cy="658368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RULE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大单判定存在循环依赖,需两阶段求解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「同分区 30 件为大单」——但分区本身正是待决策的结果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循环点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要统计「同区件数」,必须先知道每行落在哪个区;而要决定落在哪个区,又必须先知道它是不是大单。规则不能直接执行。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86868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3551834" cy="157276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STEP 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预分区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仅用 SKU 级硬属性:是否上机、区 SKU 白名单,加默认区偏好,得到每行的候选区,并按候选区分组。此步不看件数。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2788920"/>
            <a:ext cx="3551834" cy="1572768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STEP 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大单判定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对每个候选区分组统计件数。≥ 阈值的分组整体改判为「人工区 · 按单拣货按单出库」。此步不看库存。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788920"/>
            <a:ext cx="3551834" cy="1572768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STEP 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库存校验与终裁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在 WMS 侧按分区实时可用量校验,不足则按优先级序列顺位回退,最终绑定到库位。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44568"/>
            <a:ext cx="11057839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两条必须写进规格的细则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阈值口径必须唯一且可计算: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「件」是商品件数还是拣选行数?原箱商品按箱计还是按内装件数计?口径不同,同一张订单的判定结果会完全相反。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阶段 2 的判定结果不可被阶段 3 推翻: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若大单因库存不足需要回退,回退目标仍应是「按单拣」的区,而不是把大单塞回 AGV——否则第一收益(保护 AGV 吞吐)就被破坏了。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RULE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两类路由信号必须分层,不能合并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把 SKU 级硬约束和订单级软规则混成一个字段,是这类需求最常见的设计事故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39572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信号 A · SKU 级 · 硬约束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是否上机 / 原箱属性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来源:商品主数据,人工维护,长期稳定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语义:决定这个 SKU 「能不能」进 AGV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作用:过滤候选区集合 —— 不满足即从候选中剔除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特性:与订单无关,可全量预计算并缓存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395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395728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信号 B · 订单级 · 软规则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大单判定(同区 ≥ 30 件)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来源:订单自身的件数结构,逐单动态计算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语义:决定这个 SKU 「该不该」进 AGV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作用:调整候选区的优先级顺序,不删除候选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特性:同一 SKU 在不同订单上结论可以相反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395728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334256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合并的后果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若用一个「推荐区」字段同时承载两者,就无法表达「这个 SKU 可以进 AGV,但这一单不该进」。一旦大单场景需要回退,系统会分不清 该区不可用(硬)还是 该区不合适(软),从而把大单错误地回退进 AGV,直接摧毁第一收益。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334256"/>
            <a:ext cx="40640" cy="96012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分配算法六步法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每一步右下角标注其数据依赖 —— 这直接决定了系统边界怎么切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STEP 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候选区过滤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按 是否上机、区 SKU 白名单,剔除物理上不可行的区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主数据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4064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75564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STEP 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预分区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按区偏好规则给出每行的初始候选区,并按区分组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930" y="1755648"/>
            <a:ext cx="4064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2932" y="175564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STEP 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大单判定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按候选分组统计件数,≥ 阈值整组改判人工区按单拣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订单自身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1755648"/>
            <a:ext cx="4064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40156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STEP 4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集中度优化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对多候选行,优先并入订单其余行已落的区,最小化跨区数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订单自身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01568"/>
            <a:ext cx="4064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9930" y="340156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STEP 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库存校验与终裁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校验分区实时可用量,不足则按优先级序列顺位回退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实时库存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9930" y="3401568"/>
            <a:ext cx="40640" cy="1481328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2932" y="3401568"/>
            <a:ext cx="3551834" cy="1481328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STEP 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波次与库位绑定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结合设备负载、拣货路径,晚绑定到具体库位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依赖:</a:t>
            </a:r>
            <a:r>
              <a:rPr sz="9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实时库存 + 设备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2932" y="3401568"/>
            <a:ext cx="40640" cy="1481328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102352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算法本身给出了系统边界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9EC0FA"/>
                </a:solidFill>
                <a:latin typeface="Microsoft YaHei"/>
                <a:ea typeface="Microsoft YaHei"/>
                <a:cs typeface="Microsoft YaHei"/>
              </a:rPr>
              <a:t>步骤 1–4 只依赖 主数据 / 配置 / 订单自身,与实时库存无关 —— 可以在平台侧(WHC)完成。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DCBE"/>
                </a:solidFill>
                <a:latin typeface="Microsoft YaHei"/>
                <a:ea typeface="Microsoft YaHei"/>
                <a:cs typeface="Microsoft YaHei"/>
              </a:rPr>
              <a:t>步骤 5–6 必须与实时库存和设备状态同地 —— 必须留在 WMS。这不是妥协,是顺着算法的天然分界线切。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01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控制面上移平台,数据面留在本地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50208"/>
            <a:ext cx="822960" cy="38100"/>
          </a:xfrm>
          <a:prstGeom prst="rect">
            <a:avLst/>
          </a:prstGeom>
          <a:solidFill>
            <a:srgbClr val="7EA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三条架构路径的对比与取舍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15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量级测算:为什么路径 1 不可行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推荐架构与关键接口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84962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库存账本的唯一性原则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三条架构路径对比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核心矛盾:决策在平台、不提前预占、高频下不产生大量改派 —— 三者只能取其二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28800"/>
          <a:ext cx="11057837" cy="45171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8371"/>
                <a:gridCol w="3433484"/>
                <a:gridCol w="3029544"/>
                <a:gridCol w="3736438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 1 · WHC 锁表预占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 2 · WMS 全做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 3 · WHC 定规则,WMS 执行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620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做法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WMS 提供实时分区库存,WHC 调用并锁定预占,账本仍在 WMS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分区规则与执行全部由各仓 3PL WMS 自行实现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WHC 版本化下发规则并出建议序列,WMS 终裁绑定与改派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620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决策有预占背书,不漂移,改派少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决策与执行同地,无时间窗,晚绑定完整保留,本地锁最稳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规则平台统一 + 运行时本地执行,战略与性能兼得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620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违背晚绑定,牺牲波次批量优化;热点 SKU 行锁竞争;WHC 进入库存事务关键路径,需分布式事务补偿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仓各写一套,规则不一致、迭代慢、被 3PL 绑定,平台能力无法沉淀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新增规则下发与结果回传链路(复杂度落在决策流,不触账本)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620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不推荐 · 仅作兜底</a:t>
                      </a:r>
                    </a:p>
                  </a:txBody>
                  <a:tcPr marL="91440" marR="91440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B421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不推荐 · 战略不可接受</a:t>
                      </a:r>
                    </a:p>
                  </a:txBody>
                  <a:tcPr marL="91440" marR="91440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47A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</a:t>
                      </a:r>
                    </a:p>
                  </a:txBody>
                  <a:tcPr marL="91440" marR="91440" marT="36576" marB="36576" anchor="ctr">
                    <a:solidFill>
                      <a:srgbClr val="E8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量级测算:为什么路径 1 不可行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同一份负载,在两种架构下的代价差异 —— 数量级估算,口径见页脚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估算口径:15,000 单/仓/日 × 6.7 行/单 ≈ 10 万行/日;峰值 2×;按高峰时段集中度折算。实际值需以生产埋点为准。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负载估算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单仓日均行数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1.5 万单 × 6.7 行 ≈ 10 万行/日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单仓峰值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≈ 20 万行/日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10 仓峰值合计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≈ 200 万行/日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折算峰值速率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约 150 – 200 行/秒(数量级)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37360"/>
            <a:ext cx="5391759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同一负载下的两种代价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路径 3: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纯计算 —— 输入是订单报文 + 缓存的主数据与配置,无跨系统写、无锁。无状态服务水平扩展即可,与仓数线性无关。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路径 1: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每行一次跨系统预占调用 + 热点 SKU 上的行锁竞争。大促 2× 时锁等待非线性放大,且需要 TTL 与超时补偿来兜住订单变更。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737360"/>
            <a:ext cx="40640" cy="2286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4206240"/>
            <a:ext cx="11057839" cy="148132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决定性的一点:预占是为了覆盖一个小概率分支,却要付出全量成本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在本场景中,选区结论主要由 是否上机(主数据)与 大单判定(订单自身)决定,二者都与实时库存无关。只有「首选区库存不足」这一分支才真正需要实时数据。为这一分支给 100% 的行加锁,是典型的代价错配。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因此建议引入一个可度量的选型依据: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属性可判定率 = 仅凭主数据与订单属性即可确定唯一目标区的行数占比。该值高 ⇒ 路径 3 明确成立;若显著偏低,才需重新评估。上线前应先用历史订单离线回放测出此值。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06240"/>
            <a:ext cx="40640" cy="1481328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推荐架构:控制面上移,数据面本地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WHC 拿到规则定义权与跨仓标准化,WMS 保留实时账本与晚绑定优化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956816" cy="42062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APP 渠道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2183" y="1737360"/>
            <a:ext cx="1956816" cy="42062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OMS 销售单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7439" y="1737360"/>
            <a:ext cx="1956816" cy="42062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OFC 履约单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2695" y="1737360"/>
            <a:ext cx="1956816" cy="420624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WHC 转发出库单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7951" y="1737360"/>
            <a:ext cx="1956816" cy="420624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2700">
            <a:solidFill>
              <a:srgbClr val="04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WMS 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40864"/>
            <a:ext cx="4343400" cy="3063240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控制面 · WHC(平台)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定规则、出建议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持有并版本化下发分区分配策略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执行算法 步骤 1–4(候选过滤 / 预分区 / 大单判定 / 集中度优化)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输出:子单 + 每行的区优先级序列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只读一份分区库存快照,用于边界裁量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不预占、不记账、不参与对账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跨仓统一:一套规则覆盖 10 仓,灰度与实验在此完成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40864"/>
            <a:ext cx="40640" cy="3063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81367" y="2340864"/>
            <a:ext cx="4343400" cy="30632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数据面 · WMS(3PL 本地)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终裁、绑定、纠偏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执行算法 步骤 5–6(库存校验终裁 / 波次与库位绑定)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唯一权威库存账本,精确到库位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顺位改派:首选不中则取序列下一位,WMS 内闭环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保留接单不预占与波次晚绑定的批量优化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执行补货任务与分区盘点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回传分配结果,供平台侧可视与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1367" y="2340864"/>
            <a:ext cx="40640" cy="306324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65192" y="2724912"/>
            <a:ext cx="226131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→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规则版本化下发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5192" y="3383280"/>
            <a:ext cx="226131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→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子单 + 优先级序列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4041648"/>
            <a:ext cx="226131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←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分区库存快照(只读)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5192" y="4700016"/>
            <a:ext cx="226131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00584" bIns="100584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←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分配结果回传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KEY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关键设计:下发「优先级序列」而非锁死单区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这是让 WHC 可以「不那么准」、而系统整体依然正确的机制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084831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如果下发单一区(不推荐)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WHC 下发「必须去 AGV 区」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WMS 发现 AGV 区不足 → 无可用指令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只能回调 WHC 重新计算 → WHC→WMS→WHC 跨系统长回路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高峰期该回路的时延与故障率被同时放大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08483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084831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下发优先级序列(推荐)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zonePrioritySeq = [ AGV区, 人工区-食品, … 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WMS 按序列自上而下尝试,首选不中即取下一位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改派完全在 WMS 内闭环,不跨系统、不回 WHC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时序最短、故障面最小、无分布式事务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084831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005072"/>
            <a:ext cx="11057839" cy="1572768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由此得到本方案最重要的一条性质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WHC 的决策允许「不准」,系统的正确性不依赖快照的实时性。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快照过期只会降低「首选区命中率」,不会导致错误结果 —— 因为 WMS 持有权威账本并负责纠偏。这条性质直接解除了「WHC 不记账就没法决策」的顾虑,也正是路径 3 能够成立的根本原因。相应地,</a:t>
            </a:r>
            <a:r>
              <a:rPr sz="11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首选区命中率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 成为衡量快照新鲜度是否足够的核心指标,而不需要追求强一致。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05072"/>
            <a:ext cx="40640" cy="1572768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DATA &amp;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库存账本原则与关键接口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唯一权威账本留在 WMS;平台侧只读、不加减、不参与对账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必须绕开的陷阱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若 WHC 维护第二本分区库存账并随订单/拣货/补货/盘点实时加减: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两本账必然漂移 → 无止境对账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对账口径还要新增「分区」维度,中台现有对账无法复用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✕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任何一侧故障都会造成账实双向不一致,恢复成本极高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增加的应是决策流复杂度(可控),而不是账本复杂度(不可控)。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05740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账本归属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WMS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唯一权威账本,库位级。所有加减仅发生于此。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WHC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只读快照,仅用于优先级排序时的边界裁量,不做加减。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中台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仍按 SKU 总量与 WMS 对账,分区对其完全透明 —— 对账链路零改动。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05740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950208"/>
          <a:ext cx="11057837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9403"/>
                <a:gridCol w="1337641"/>
                <a:gridCol w="1605170"/>
                <a:gridCol w="588562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频次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关键内容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规则下发 RuleSetPublish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WHC → WMS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低频 / 版本化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ruleSetVersion、生效时间、适用仓、区偏好规则、大单阈值与口径、是否允许跨区拆行、比例目标、缺货降级策略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分配建议 AllocationSuggestion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WHC → WMS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随单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子单结构、每行 zonePrioritySeq、命中的规则版本号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结果回传 AllocationResult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WMS → WHC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随单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最终落区、是否发生改派、包裹构成、缺量与处置动作、规则版本号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分区快照 ZoneStockSnapshot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WMS → WHC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分钟级 + 低水位事件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 × 区 可用量。仅供排序裁量,非权威账,严禁据此记账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落地与治理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01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分期、指标、风险、以及需要拍板的事项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50208"/>
            <a:ext cx="822960" cy="38100"/>
          </a:xfrm>
          <a:prstGeom prst="rect">
            <a:avLst/>
          </a:prstGeom>
          <a:solidFill>
            <a:srgbClr val="7EA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补货体系设计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15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指标体系与基线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2826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分期路线图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84962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250" b="0" i="0">
                <a:solidFill>
                  <a:srgbClr val="D3DCE7"/>
                </a:solidFill>
                <a:latin typeface="Microsoft YaHei"/>
                <a:ea typeface="Microsoft YaHei"/>
                <a:cs typeface="Microsoft YaHei"/>
              </a:rPr>
              <a:t>风险清单与决策事项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REPLENISHMENT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补货体系:把「应急搬运」降为「计划作业」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诚实的目标不是消灭互补货,而是降低频次并让它可排期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3551834" cy="196596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优先级 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入库直上架分流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收货上架时即按各区目标水位分流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不产生任何区间搬运,成本最低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对新品与高频补货 SKU 尤其有效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196596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737360"/>
            <a:ext cx="3551834" cy="1965960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优先级 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储备区 → 拣选区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由水位(min/max)驱动的常规前置区补货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叠加波次预补:按已释放波次的需求前瞻补货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可排期到低峰时段执行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930" y="1737360"/>
            <a:ext cx="40640" cy="1965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2932" y="1737360"/>
            <a:ext cx="3551834" cy="19659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优先级 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区间互补(兜底)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仅当某区见底且其他补货源来不及时启用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属于异常处置,应被监控与复盘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其频次是衡量比例是否设准的直接信号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1737360"/>
            <a:ext cx="40640" cy="1965960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886200"/>
            <a:ext cx="1105783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与现状的真实差异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现状(一品一区):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大单到达 → 触发一次 AGV→人工 的按单急搬。搬运由订单驱动,不可预测、不可排期、且发生在高峰。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目标(一品多区):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大单所需库存已常备于人工区 → 消除按单触发的急搬。补货改由水位驱动,可预测、可排期、可错峰。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需要说清楚的是: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互补货不会归零。当比例与真实需求结构偏离时它仍会出现——因此「区间互补货频次」既是结果指标,也是比例是否设准的诊断信号。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最主要的新增风险:分区库存准确率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它是运营风险,不是架构风险 —— 也正因如此最容易被漏掉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1057839" cy="146304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为什么中台对账发现不了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一品一区时,一个 SKU 只在一处,总量准 ≡ 分区准。一品多区后,假设 AGV 区账面 100 实物 80,而差额 20 恰在人工区——</a:t>
            </a: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SKU 总量完全对得平,中台对账全绿。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但生产上会立刻表现为:首选区反复拣不到 → 改派激增 → 波次重排 → 出库时效恶化。这是一个「对账正常、生产恶化」的隐蔽失效模式。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1463040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383280"/>
          <a:ext cx="11057837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0516"/>
                <a:gridCol w="2741612"/>
                <a:gridCol w="4934903"/>
                <a:gridCol w="137080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应对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责任方</a:t>
                      </a:r>
                    </a:p>
                  </a:txBody>
                  <a:tcPr marL="91440" marR="91440" marT="45720" marB="45720" anchor="ctr">
                    <a:solidFill>
                      <a:srgbClr val="33415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分区级账实不符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首选命中率下降、改派激增、时效恶化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新增分区级循环盘点(高频 SKU 高频盘);监控首选区命中率作为早期信号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 + IT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比例与需求结构偏离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区间互补货不降反升,收益归零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一期人工配置 + 偏离度校验;二期上 Slotting 自动测算与周期重算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+ 算法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大单阈值口径不清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判定结果相反,大单误入 AGV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上线前锁定计数口径(件/行/箱),并写入规则版本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3PL WMS 改造受限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 3 无法落地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启用兜底方案(见下页),定位为过渡,目标仍是迁回路径 3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 + 3PL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改派带来额外包裹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单均包裹数与运费上升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监控单均包裹数并设阈值告警;必要时在规则中加大集中度权重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7576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指标体系与基线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上线前必须完成基线采集,否则收益无法证明、比例无法迭代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7A55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效率类 —— 验证第一收益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AGV 区 件/小时、人工区 件/小时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AGV 区工作站占用时长分布(大单被挡出后应显著收敛)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单均拣货时长、订单准时出库率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05740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成本类 —— 验证洞察一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单均包裹数、订单平均跨区数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单均运费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补货工时 与 区间互补货频次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057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97764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LEADING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健康度类 —— 系统自诊断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首选区命中率(核心:反映快照新鲜度与分区账实是否健康)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改派率、改派后包裹增量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分区库存准确率、各区水位达标率、比例偏离度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77640"/>
            <a:ext cx="40640" cy="2057400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3977640"/>
            <a:ext cx="5391759" cy="2057400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B30B8"/>
                </a:solidFill>
                <a:latin typeface="Segoe UI"/>
                <a:ea typeface="Segoe UI"/>
                <a:cs typeface="Segoe UI"/>
              </a:rPr>
              <a:t>DECISION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选型验证 —— 决定架构是否成立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属性可判定率:仅凭主数据与订单属性即可确定唯一目标区的行数占比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该值高 ⇒ 路径 3 明确成立;显著偏低则需重新评估架构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建议在方案立项阶段,先用历史订单离线回放测出此值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3977640"/>
            <a:ext cx="40640" cy="2057400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分期落地路线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一期以最小风险验证核心收益,收益成立后再扩展能力边界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3551834" cy="306324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一期 · MVP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验证核心收益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方案 B:整行落单区,不做跨区拆行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WHC 下发规则 + 出区优先级序列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WMS 终裁绑定 + 顺位改派闭环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比例人工配置,系统做偏离度校验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上线分区级盘点与命中率监控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缺货按既定降级流处置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3063240"/>
          </a:xfrm>
          <a:prstGeom prst="rect">
            <a:avLst/>
          </a:prstGeom>
          <a:solidFill>
            <a:srgbClr val="04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4937760"/>
            <a:ext cx="333237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关口:首选区命中率 &gt; 90%,AGV 吞吐提升可量化,单均包裹数不劣化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737360"/>
            <a:ext cx="3551834" cy="3063240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二期 · 自动化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让规则自己变好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Slotting 引擎自动测算各 SKU 比例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补货引擎自动化(水位 + 波次预补)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集中度优化权重可按品类调参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KPI 看板与规则灰度实验能力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大促场景的比例预案与切换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9930" y="1737360"/>
            <a:ext cx="40640" cy="3063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9658" y="4937760"/>
            <a:ext cx="333237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关口:区间互补货频次下降,比例偏离度收敛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2932" y="1737360"/>
            <a:ext cx="3551834" cy="3063240"/>
          </a:xfrm>
          <a:prstGeom prst="roundRect">
            <a:avLst>
              <a:gd name="adj" fmla="val 6000"/>
            </a:avLst>
          </a:prstGeom>
          <a:solidFill>
            <a:srgbClr val="F2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三期 · 扩展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打开能力边界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方案 A:允许跨区拆行(需成本门槛约束)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按实时设备负载动态调整区偏好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B30B8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与跨仓寻源策略联动(需先澄清外仓定位)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2932" y="1737360"/>
            <a:ext cx="40640" cy="3063240"/>
          </a:xfrm>
          <a:prstGeom prst="rect">
            <a:avLst/>
          </a:prstGeom>
          <a:solidFill>
            <a:srgbClr val="5B3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2660" y="4937760"/>
            <a:ext cx="3332378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前置:方案 A 对分区实时性要求上升,仍由 WMS 持账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兜底方案:若 3PL WMS 改造受限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退化到路径 1,但必须加上四条约束,把锁竞争压在可控范围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391759" cy="237744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四条必须同时成立的约束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只对稀缺区预占 —— 临近低水位的区才锁,充裕的 AGV 区仍走 WMS 晚绑定不锁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按「区」聚合预占,不锁到库位 —— 大幅减少锁行数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乐观并发 + 短 TTL + 超时自动释放与补偿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620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仅当区跨越低水位线时启用;常态下纯属性路由,不预占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40640" cy="2377440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737360"/>
            <a:ext cx="5391759" cy="23774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定位与退出条件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定位为过渡方案,不作为目标态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必须同步埋点:锁等待时长、锁冲突率、预占超时释放率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一旦 3PL WMS 具备执行平台规则的能力,即迁回路径 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42121"/>
                </a:solidFill>
                <a:latin typeface="Microsoft YaHei"/>
                <a:ea typeface="Microsoft YaHei"/>
                <a:cs typeface="Microsoft YaHei"/>
              </a:rPr>
              <a:t>注意:该方案仍牺牲了波次批量优化,收益上限低于路径 3。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737360"/>
            <a:ext cx="40640" cy="2377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297680"/>
            <a:ext cx="11057839" cy="1280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关于跨仓与仓内的层级澄清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跨仓 = 寻源: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由 OMS / 中台基于各仓 SKU 总量可用性决策。   </a:t>
            </a:r>
            <a:r>
              <a:rPr sz="1100" b="1" i="0">
                <a:solidFill>
                  <a:srgbClr val="047A55"/>
                </a:solidFill>
                <a:latin typeface="Microsoft YaHei"/>
                <a:ea typeface="Microsoft YaHei"/>
                <a:cs typeface="Microsoft YaHei"/>
              </a:rPr>
              <a:t>仓内跨区 = 分配:</a:t>
            </a: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由 WMS 基于分区库存与订单画像决策。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二者规则形态相似,但数据与决策点不同,不能混为一层。因此「外仓能否当作一个区」取决于它的定位:若为独立仓则走寻源,若为本仓溢出储区才可走分区。这一点需业务先行澄清。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需要拍板的事项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68596"/>
                </a:solidFill>
                <a:latin typeface="Microsoft YaHei"/>
                <a:ea typeface="Microsoft YaHei"/>
                <a:cs typeface="Microsoft YaHei"/>
              </a:rPr>
              <a:t>以下事项不决,方案无法进入详细设计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566928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68596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92224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92224"/>
            <a:ext cx="40640" cy="804672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4212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911096"/>
            <a:ext cx="10051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大单阈值的计数口径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「同分区 30 件」中的「件」= 商品件数 / 拣选行数 / 原箱按箱?口径不同会导致同一订单判定结果相反。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88336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88336"/>
            <a:ext cx="40640" cy="804672"/>
          </a:xfrm>
          <a:prstGeom prst="rect">
            <a:avLst/>
          </a:prstGeom>
          <a:solidFill>
            <a:srgbClr val="B4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5292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4212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807208"/>
            <a:ext cx="10051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外仓的层级定位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独立仓(走跨仓寻源,归 OMS/中台)还是本仓溢出储区(走仓内分区,归 WMS)?决定它接在哪一层。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4448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84448"/>
            <a:ext cx="40640" cy="804672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4904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703320"/>
            <a:ext cx="10051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一期是否接受不做跨区拆行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建议一期锁定方案 B。跨区拆行会显著提高对分区实时性的要求,不宜与首期同时上。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8056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80560"/>
            <a:ext cx="40640" cy="804672"/>
          </a:xfrm>
          <a:prstGeom prst="rect">
            <a:avLst/>
          </a:prstGeom>
          <a:solidFill>
            <a:srgbClr val="B462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4515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4620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4599432"/>
            <a:ext cx="10051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3PL WMS 的改造范围与商务边界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路径 3 要求 WMS 能执行平台下发的规则并做顺位改派。需确认各仓 3PL 的改造意愿、周期与成本。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76672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76672"/>
            <a:ext cx="40640" cy="8046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5412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5495544"/>
            <a:ext cx="100519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指标基线采集的时间窗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769"/>
                </a:solidFill>
                <a:latin typeface="Microsoft YaHei"/>
                <a:ea typeface="Microsoft YaHei"/>
                <a:cs typeface="Microsoft YaHei"/>
              </a:rPr>
              <a:t>效率、成本、健康度三类基线需在改造上线前采集完成,否则收益无法证明。请确定采集起止时间。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A6F5"/>
                </a:solidFill>
                <a:latin typeface="Segoe UI"/>
                <a:ea typeface="Segoe UI"/>
                <a:cs typeface="Segoe UI"/>
              </a:rPr>
              <a:t>一句话收口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7EA6F5"/>
                </a:solidFill>
                <a:latin typeface="Microsoft YaHei"/>
                <a:ea typeface="Microsoft YaHei"/>
                <a:cs typeface="Microsoft YaHei"/>
              </a:rPr>
              <a:t>业务上,</a:t>
            </a:r>
            <a:r>
              <a:rPr sz="1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交付的不是「80/20」这个数字,而是一套可计算的规则:比例由需求结构反算,选区由订单属性驱动,分区只影响效率、绝不影响可履约性。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EDCBE"/>
                </a:solidFill>
                <a:latin typeface="Microsoft YaHei"/>
                <a:ea typeface="Microsoft YaHei"/>
                <a:cs typeface="Microsoft YaHei"/>
              </a:rPr>
              <a:t>系统上,</a:t>
            </a:r>
            <a:r>
              <a:rPr sz="1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顺着算法的天然分界线切:WHC 定规则、出优先级序列、只读不记账;WMS 保留唯一权威账本、晚绑定终裁、内部闭环改派。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892040"/>
            <a:ext cx="100584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0584" bIns="10058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9379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8"/>
                </a:solidFill>
                <a:latin typeface="Microsoft YaHei"/>
                <a:ea typeface="Microsoft YaHei"/>
                <a:cs typeface="Microsoft YaHei"/>
              </a:rPr>
              <a:t>如此,既拿到「核心能力上移平台、10 仓统一、弱化 3PL 绑定」的战略收益,又避开双账本复杂度与高频锁竞争。剩下的关键前置动作只有两个:锁定大单口径,采集指标基线。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